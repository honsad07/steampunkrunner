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6769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399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1967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351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483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6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716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99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397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463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37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9451C43-6ACF-4CDB-95BA-B0C965AA5C1E}" type="datetimeFigureOut">
              <a:rPr lang="cs-CZ" smtClean="0"/>
              <a:t>12.10.2025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4FA708-9586-4367-B662-DCBA48456300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387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1330EF-BD25-26BA-19BF-CD1D760C3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Steampunk</a:t>
            </a:r>
            <a:r>
              <a:rPr lang="cs-CZ" dirty="0"/>
              <a:t> </a:t>
            </a:r>
            <a:r>
              <a:rPr lang="cs-CZ" dirty="0" err="1"/>
              <a:t>runner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6263C48-64D6-6EAC-6369-7C7D35343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320836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FD728A-4222-8925-D96D-104571E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Členové týmu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411C85-D6DC-204B-7666-16CE564F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David Honsa</a:t>
            </a:r>
          </a:p>
          <a:p>
            <a:r>
              <a:rPr lang="cs-CZ" dirty="0"/>
              <a:t>Tomáš Havlík</a:t>
            </a:r>
          </a:p>
          <a:p>
            <a:r>
              <a:rPr lang="cs-CZ" dirty="0"/>
              <a:t>Kryštof Kratina</a:t>
            </a:r>
          </a:p>
          <a:p>
            <a:r>
              <a:rPr lang="cs-CZ" dirty="0"/>
              <a:t>Ondřej Čermák</a:t>
            </a:r>
          </a:p>
        </p:txBody>
      </p:sp>
    </p:spTree>
    <p:extLst>
      <p:ext uri="{BB962C8B-B14F-4D97-AF65-F5344CB8AC3E}">
        <p14:creationId xmlns:p14="http://schemas.microsoft.com/office/powerpoint/2010/main" val="395332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B96B63-DCE5-C3EB-B2BC-E4195A85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Unity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AF0FD0-BD95-2EB4-03E6-8FA7F7D2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Nejpopulárnější game </a:t>
            </a:r>
            <a:r>
              <a:rPr lang="cs-CZ" dirty="0" err="1"/>
              <a:t>engine</a:t>
            </a:r>
            <a:endParaRPr lang="cs-CZ" dirty="0"/>
          </a:p>
          <a:p>
            <a:r>
              <a:rPr lang="cs-CZ" dirty="0"/>
              <a:t>Podpora pro skoro každou platformu</a:t>
            </a:r>
          </a:p>
          <a:p>
            <a:r>
              <a:rPr lang="cs-CZ" dirty="0"/>
              <a:t>Široké možnosti 2D i 3D grafiky</a:t>
            </a:r>
          </a:p>
          <a:p>
            <a:r>
              <a:rPr lang="cs-CZ" dirty="0"/>
              <a:t>Velká komunita – více tutoriálů a dokumentace</a:t>
            </a:r>
          </a:p>
          <a:p>
            <a:r>
              <a:rPr lang="cs-CZ" dirty="0"/>
              <a:t>Integrované nástroje pro animace, fyziku a více</a:t>
            </a:r>
          </a:p>
          <a:p>
            <a:r>
              <a:rPr lang="cs-CZ" dirty="0"/>
              <a:t>Programovací jazyk C#</a:t>
            </a:r>
          </a:p>
        </p:txBody>
      </p:sp>
    </p:spTree>
    <p:extLst>
      <p:ext uri="{BB962C8B-B14F-4D97-AF65-F5344CB8AC3E}">
        <p14:creationId xmlns:p14="http://schemas.microsoft.com/office/powerpoint/2010/main" val="280257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26A172-CA87-66C9-BABF-B84BED8E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Ganttův</a:t>
            </a:r>
            <a:r>
              <a:rPr lang="cs-CZ" dirty="0"/>
              <a:t> diagram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63EC396-95F7-5A17-47FA-97D0FDD71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28216"/>
            <a:ext cx="9484874" cy="4636008"/>
          </a:xfrm>
        </p:spPr>
      </p:pic>
    </p:spTree>
    <p:extLst>
      <p:ext uri="{BB962C8B-B14F-4D97-AF65-F5344CB8AC3E}">
        <p14:creationId xmlns:p14="http://schemas.microsoft.com/office/powerpoint/2010/main" val="154209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F1E4D5-1A6B-0440-D375-DA8F6270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Preview</a:t>
            </a:r>
            <a:endParaRPr lang="cs-CZ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FCC257F-3AEC-06A9-4584-10841EB8E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54266"/>
            <a:ext cx="8564253" cy="4809958"/>
          </a:xfrm>
        </p:spPr>
      </p:pic>
      <p:pic>
        <p:nvPicPr>
          <p:cNvPr id="1038" name="Picture 14" descr="Flashlight PNG transparent image download, size: 900x900px">
            <a:extLst>
              <a:ext uri="{FF2B5EF4-FFF2-40B4-BE49-F238E27FC236}">
                <a16:creationId xmlns:a16="http://schemas.microsoft.com/office/drawing/2014/main" id="{ABBF3FE0-34F0-7CBC-D6EE-D6C2ED52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98347">
            <a:off x="3344730" y="4498223"/>
            <a:ext cx="1639521" cy="16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14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29934-BAAE-4A5E-2280-365082ED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025CC5-72D0-650E-2888-3EBCDF67A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Badabing</a:t>
            </a:r>
            <a:r>
              <a:rPr lang="cs-CZ" dirty="0"/>
              <a:t> </a:t>
            </a:r>
            <a:r>
              <a:rPr lang="cs-CZ" dirty="0" err="1"/>
              <a:t>Badaboom</a:t>
            </a:r>
            <a:r>
              <a:rPr lang="cs-CZ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2694696192"/>
      </p:ext>
    </p:extLst>
  </p:cSld>
  <p:clrMapOvr>
    <a:masterClrMapping/>
  </p:clrMapOvr>
</p:sld>
</file>

<file path=ppt/theme/theme1.xml><?xml version="1.0" encoding="utf-8"?>
<a:theme xmlns:a="http://schemas.openxmlformats.org/drawingml/2006/main" name="Oříznutí">
  <a:themeElements>
    <a:clrScheme name="Oříznutí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říznutí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říznutí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Oříznutí</Template>
  <TotalTime>33</TotalTime>
  <Words>58</Words>
  <Application>Microsoft Office PowerPoint</Application>
  <PresentationFormat>Širokoúhlá obrazovka</PresentationFormat>
  <Paragraphs>18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8" baseType="lpstr">
      <vt:lpstr>Franklin Gothic Book</vt:lpstr>
      <vt:lpstr>Oříznutí</vt:lpstr>
      <vt:lpstr>Steampunk runner</vt:lpstr>
      <vt:lpstr>Členové týmu</vt:lpstr>
      <vt:lpstr>Unity</vt:lpstr>
      <vt:lpstr>Ganttův diagram</vt:lpstr>
      <vt:lpstr>Preview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Honsa</dc:creator>
  <cp:lastModifiedBy>David Honsa</cp:lastModifiedBy>
  <cp:revision>4</cp:revision>
  <dcterms:created xsi:type="dcterms:W3CDTF">2025-10-12T17:41:06Z</dcterms:created>
  <dcterms:modified xsi:type="dcterms:W3CDTF">2025-10-12T18:17:03Z</dcterms:modified>
</cp:coreProperties>
</file>