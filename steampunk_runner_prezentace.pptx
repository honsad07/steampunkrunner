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2" r:id="rId5"/>
    <p:sldId id="258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467696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399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719677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3515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9483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968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77164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19902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4397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04635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7375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43870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1330EF-BD25-26BA-19BF-CD1D760C3B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err="1"/>
              <a:t>Steampunk</a:t>
            </a:r>
            <a:r>
              <a:rPr lang="cs-CZ" dirty="0"/>
              <a:t> </a:t>
            </a:r>
            <a:r>
              <a:rPr lang="cs-CZ" dirty="0" err="1"/>
              <a:t>runner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6263C48-64D6-6EAC-6369-7C7D35343C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err="1"/>
              <a:t>Badabing</a:t>
            </a:r>
            <a:r>
              <a:rPr lang="cs-CZ" dirty="0"/>
              <a:t> </a:t>
            </a:r>
            <a:r>
              <a:rPr lang="cs-CZ" dirty="0" err="1"/>
              <a:t>Badaboom</a:t>
            </a:r>
            <a:r>
              <a:rPr lang="cs-CZ" dirty="0"/>
              <a:t> Studio</a:t>
            </a:r>
          </a:p>
        </p:txBody>
      </p:sp>
    </p:spTree>
    <p:extLst>
      <p:ext uri="{BB962C8B-B14F-4D97-AF65-F5344CB8AC3E}">
        <p14:creationId xmlns:p14="http://schemas.microsoft.com/office/powerpoint/2010/main" val="320836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FD728A-4222-8925-D96D-104571EDB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Členové týmu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7411C85-D6DC-204B-7666-16CE564F4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David Honsa</a:t>
            </a:r>
          </a:p>
          <a:p>
            <a:r>
              <a:rPr lang="cs-CZ" dirty="0"/>
              <a:t>Tomáš Havlík</a:t>
            </a:r>
          </a:p>
          <a:p>
            <a:r>
              <a:rPr lang="cs-CZ" dirty="0"/>
              <a:t>Kryštof Kratina</a:t>
            </a:r>
          </a:p>
          <a:p>
            <a:r>
              <a:rPr lang="cs-CZ" dirty="0"/>
              <a:t>Ondřej Čermák</a:t>
            </a:r>
          </a:p>
        </p:txBody>
      </p:sp>
    </p:spTree>
    <p:extLst>
      <p:ext uri="{BB962C8B-B14F-4D97-AF65-F5344CB8AC3E}">
        <p14:creationId xmlns:p14="http://schemas.microsoft.com/office/powerpoint/2010/main" val="3953324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B96B63-DCE5-C3EB-B2BC-E4195A855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Unity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3AF0FD0-BD95-2EB4-03E6-8FA7F7D24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nejpopulárnější herní </a:t>
            </a:r>
            <a:r>
              <a:rPr lang="cs-CZ" dirty="0" err="1"/>
              <a:t>engine</a:t>
            </a:r>
            <a:endParaRPr lang="cs-CZ" dirty="0"/>
          </a:p>
          <a:p>
            <a:r>
              <a:rPr lang="cs-CZ" dirty="0"/>
              <a:t>podpora pro skoro každou platformu</a:t>
            </a:r>
          </a:p>
          <a:p>
            <a:r>
              <a:rPr lang="cs-CZ" dirty="0"/>
              <a:t>široké možnosti 2D i 3D grafiky</a:t>
            </a:r>
          </a:p>
          <a:p>
            <a:r>
              <a:rPr lang="cs-CZ" dirty="0"/>
              <a:t>velká komunita – více tutoriálů a dokumentace</a:t>
            </a:r>
          </a:p>
          <a:p>
            <a:r>
              <a:rPr lang="cs-CZ" dirty="0"/>
              <a:t>integrované nástroje pro animace, fyziku a více</a:t>
            </a:r>
          </a:p>
          <a:p>
            <a:r>
              <a:rPr lang="cs-CZ" dirty="0"/>
              <a:t>programovací jazyk C#</a:t>
            </a:r>
          </a:p>
        </p:txBody>
      </p:sp>
    </p:spTree>
    <p:extLst>
      <p:ext uri="{BB962C8B-B14F-4D97-AF65-F5344CB8AC3E}">
        <p14:creationId xmlns:p14="http://schemas.microsoft.com/office/powerpoint/2010/main" val="2802579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A25655-53A4-A095-56FA-9F9DFBA7E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 čem je naše hra?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7628FF6-9033-DDA0-DBB9-AED0DFE02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 začátku každé úrovně se procedurálně vygenerují místnosti, kterými musíte proběhnout co nejrychleji.</a:t>
            </a:r>
          </a:p>
          <a:p>
            <a:r>
              <a:rPr lang="cs-CZ" dirty="0"/>
              <a:t>Na konci každého levelu vás čeká místnost na odpočinek, než začnete další, těžší úroveň.</a:t>
            </a:r>
          </a:p>
          <a:p>
            <a:r>
              <a:rPr lang="cs-CZ" dirty="0"/>
              <a:t>S každou úrovní stoupá napětí – běží vám čas, a navíc se proti vám staví nepřátelské síly i samotné prostředí.</a:t>
            </a:r>
          </a:p>
          <a:p>
            <a:r>
              <a:rPr lang="cs-CZ" dirty="0"/>
              <a:t>Cílem je se dostat co nejdále dokážete.</a:t>
            </a:r>
          </a:p>
          <a:p>
            <a:r>
              <a:rPr lang="cs-CZ" dirty="0"/>
              <a:t>Cílem je dostat se co nejdále, dokud nepadnete – a neustále běžet, protože zastavit se znamená konec.</a:t>
            </a:r>
          </a:p>
        </p:txBody>
      </p:sp>
    </p:spTree>
    <p:extLst>
      <p:ext uri="{BB962C8B-B14F-4D97-AF65-F5344CB8AC3E}">
        <p14:creationId xmlns:p14="http://schemas.microsoft.com/office/powerpoint/2010/main" val="2967422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26A172-CA87-66C9-BABF-B84BED8E5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Ganttův</a:t>
            </a:r>
            <a:r>
              <a:rPr lang="cs-CZ" dirty="0"/>
              <a:t> diagram</a:t>
            </a:r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A63EC396-95F7-5A17-47FA-97D0FDD716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728216"/>
            <a:ext cx="9484874" cy="4636008"/>
          </a:xfrm>
        </p:spPr>
      </p:pic>
    </p:spTree>
    <p:extLst>
      <p:ext uri="{BB962C8B-B14F-4D97-AF65-F5344CB8AC3E}">
        <p14:creationId xmlns:p14="http://schemas.microsoft.com/office/powerpoint/2010/main" val="1542099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F1E4D5-1A6B-0440-D375-DA8F6270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Náhled</a:t>
            </a:r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7FCC257F-3AEC-06A9-4584-10841EB8EC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554266"/>
            <a:ext cx="8564253" cy="4809958"/>
          </a:xfrm>
        </p:spPr>
      </p:pic>
      <p:pic>
        <p:nvPicPr>
          <p:cNvPr id="1038" name="Picture 14" descr="Flashlight PNG transparent image download, size: 900x900px">
            <a:extLst>
              <a:ext uri="{FF2B5EF4-FFF2-40B4-BE49-F238E27FC236}">
                <a16:creationId xmlns:a16="http://schemas.microsoft.com/office/drawing/2014/main" id="{ABBF3FE0-34F0-7CBC-D6EE-D6C2ED524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498347">
            <a:off x="3344730" y="4498223"/>
            <a:ext cx="1639521" cy="163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2147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829934-BAAE-4A5E-2280-365082ED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Děkujeme za pozornost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D025CC5-72D0-650E-2888-3EBCDF67A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err="1"/>
              <a:t>Badabing</a:t>
            </a:r>
            <a:r>
              <a:rPr lang="cs-CZ" dirty="0"/>
              <a:t> </a:t>
            </a:r>
            <a:r>
              <a:rPr lang="cs-CZ" dirty="0" err="1"/>
              <a:t>Badaboom</a:t>
            </a:r>
            <a:r>
              <a:rPr lang="cs-CZ" dirty="0"/>
              <a:t> Studio</a:t>
            </a:r>
          </a:p>
        </p:txBody>
      </p:sp>
    </p:spTree>
    <p:extLst>
      <p:ext uri="{BB962C8B-B14F-4D97-AF65-F5344CB8AC3E}">
        <p14:creationId xmlns:p14="http://schemas.microsoft.com/office/powerpoint/2010/main" val="2694696192"/>
      </p:ext>
    </p:extLst>
  </p:cSld>
  <p:clrMapOvr>
    <a:masterClrMapping/>
  </p:clrMapOvr>
</p:sld>
</file>

<file path=ppt/theme/theme1.xml><?xml version="1.0" encoding="utf-8"?>
<a:theme xmlns:a="http://schemas.openxmlformats.org/drawingml/2006/main" name="Oříznutí">
  <a:themeElements>
    <a:clrScheme name="Oříznutí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říznutí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říznutí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Oříznutí</Template>
  <TotalTime>56</TotalTime>
  <Words>146</Words>
  <Application>Microsoft Office PowerPoint</Application>
  <PresentationFormat>Širokoúhlá obrazovka</PresentationFormat>
  <Paragraphs>24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1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9" baseType="lpstr">
      <vt:lpstr>Franklin Gothic Book</vt:lpstr>
      <vt:lpstr>Oříznutí</vt:lpstr>
      <vt:lpstr>Steampunk runner</vt:lpstr>
      <vt:lpstr>Členové týmu</vt:lpstr>
      <vt:lpstr>Unity</vt:lpstr>
      <vt:lpstr>O čem je naše hra?</vt:lpstr>
      <vt:lpstr>Ganttův diagram</vt:lpstr>
      <vt:lpstr>Náhled</vt:lpstr>
      <vt:lpstr>Děkujeme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Honsa</dc:creator>
  <cp:lastModifiedBy>David Honsa</cp:lastModifiedBy>
  <cp:revision>8</cp:revision>
  <dcterms:created xsi:type="dcterms:W3CDTF">2025-10-12T17:41:06Z</dcterms:created>
  <dcterms:modified xsi:type="dcterms:W3CDTF">2025-10-12T20:34:42Z</dcterms:modified>
</cp:coreProperties>
</file>